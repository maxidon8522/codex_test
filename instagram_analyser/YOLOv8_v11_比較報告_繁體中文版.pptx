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YOLOv8・YOLOv11 比較實驗報告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東海大學 資訊工程學系</a:t>
            </a:r>
          </a:p>
          <a:p>
            <a:r>
              <a:t>製作者：Zainab（2025年10月）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研究目的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本研究旨在利用人工智慧自動偵測醫師於X光影像上標註的11個骨骼關鍵點，進而自動計算用於扁平足判定的角度。</a:t>
            </a:r>
          </a:p>
          <a:p/>
          <a:p>
            <a:r>
              <a:t>本週的研究重點如下：</a:t>
            </a:r>
          </a:p>
          <a:p>
            <a:r>
              <a:t>・比較 YOLOv8s 與 YOLOv11s 的效能</a:t>
            </a:r>
          </a:p>
          <a:p>
            <a:r>
              <a:t>・基於結果判斷 YOLOv8 較適合醫學影像，進一步比較 YOLOv8s 與 YOLOv8l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2️⃣ 實驗環境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・環境：東海大學 SSH 伺服器</a:t>
            </a:r>
          </a:p>
          <a:p>
            <a:r>
              <a:t>・GPU：NVIDIA RTX 5090（32GB）</a:t>
            </a:r>
          </a:p>
          <a:p>
            <a:r>
              <a:t>・作業系統：Ubuntu 22.04</a:t>
            </a:r>
          </a:p>
          <a:p>
            <a:r>
              <a:t>・框架：PyTorch + Ultralytics YOLOv8 / YOLOv11</a:t>
            </a:r>
          </a:p>
          <a:p>
            <a:r>
              <a:t>・Python：3.12（虛擬環境）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資料集概要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・醫師手動於LAT X光影像上標記11個關鍵點</a:t>
            </a:r>
          </a:p>
          <a:p>
            <a:r>
              <a:t>・資料集來源：LAT 0-70_100、LAT 71-107_51、LAT 109-139_49、LAT_40</a:t>
            </a:r>
          </a:p>
          <a:p>
            <a:r>
              <a:t>・總計：240 張影像</a:t>
            </a:r>
          </a:p>
          <a:p>
            <a:r>
              <a:t>・標註工具：VIA（VGG Image Annotator）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訓練時間比較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YOLOv8s：80epoch → 0.029小時（約1.7分鐘）、170epoch → 0.095小時（約5.7分鐘）</a:t>
            </a:r>
          </a:p>
          <a:p>
            <a:r>
              <a:t>YOLOv11s：80epoch → 0.034小時、170epoch → 0.107小時</a:t>
            </a:r>
          </a:p>
          <a:p>
            <a:r>
              <a:t>YOLOv8l：100epoch → 0.262小時、200epoch → 0.878小時（約52.7分鐘）</a:t>
            </a:r>
          </a:p>
          <a:p/>
          <a:p>
            <a:r>
              <a:t>⚙️ YOLOv8s 與 YOLOv11s 屬於高速訓練模型，而 YOLOv8l 雖然耗時較久但精度更高。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YOLOv8s 與 YOLOv11s 比較結果</a:t>
            </a:r>
          </a:p>
        </p:txBody>
      </p:sp>
      <p:pic>
        <p:nvPicPr>
          <p:cNvPr id="3" name="Picture 2" descr="v8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144000" cy="2743200"/>
          </a:xfrm>
          <a:prstGeom prst="rect">
            <a:avLst/>
          </a:prstGeom>
        </p:spPr>
      </p:pic>
      <p:pic>
        <p:nvPicPr>
          <p:cNvPr id="4" name="Picture 3" descr="v11s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9144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・mAP50-95(P)：v8s=0.982、v11s=0.961</a:t>
            </a:r>
          </a:p>
          <a:p>
            <a:r>
              <a:t>・平均角度MAE：v8s=2.68°、v11s=3.96°（v8s 誤差低32%）</a:t>
            </a:r>
          </a:p>
          <a:p>
            <a:r>
              <a:t>・平均關鍵點誤差：v8s=2.0px、v11s=3.1px</a:t>
            </a:r>
          </a:p>
          <a:p>
            <a:r>
              <a:t>✅ YOLOv8s 在醫學影像中的微小結構偵測表現更佳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6️⃣ YOLOv8s 與 YOLOv8l 比較結果</a:t>
            </a:r>
          </a:p>
        </p:txBody>
      </p:sp>
      <p:pic>
        <p:nvPicPr>
          <p:cNvPr id="3" name="Picture 2" descr="v8s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144000" cy="2743200"/>
          </a:xfrm>
          <a:prstGeom prst="rect">
            <a:avLst/>
          </a:prstGeom>
        </p:spPr>
      </p:pic>
      <p:pic>
        <p:nvPicPr>
          <p:cNvPr id="4" name="Picture 3" descr="v8l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91440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・mAP50-95(P)：v8s=0.982、v8l=0.993</a:t>
            </a:r>
          </a:p>
          <a:p>
            <a:r>
              <a:t>・平均角度MAE：v8s=2.68°、v8l=2.39°（v8l 準確度高約11%）</a:t>
            </a:r>
          </a:p>
          <a:p>
            <a:r>
              <a:t>・訓練時間：v8l 約為 v8s 的9倍</a:t>
            </a:r>
          </a:p>
          <a:p>
            <a:r>
              <a:t>✅ YOLOv8s 適合實務應用，v8l 適合研究與精密分析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7️⃣ 結果分析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・YOLOv8 能有效處理邊緣模糊的X光影像，適合醫用關鍵點偵測。</a:t>
            </a:r>
          </a:p>
          <a:p>
            <a:r>
              <a:t>・YOLOv11 的輕量化Transformer結構導致微小特徵損失。</a:t>
            </a:r>
          </a:p>
          <a:p>
            <a:r>
              <a:t>・未來將考慮導入 ROI 權重損失函數以提升 Navicular 附近精度。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8️⃣ 未來展望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・計畫新增100張X光影像進行再訓練。</a:t>
            </a:r>
          </a:p>
          <a:p>
            <a:r>
              <a:t>・評估 YOLOv11l 或 YOLOv8/11 混合模型結構。</a:t>
            </a:r>
          </a:p>
          <a:p>
            <a:r>
              <a:t>・研究影像前處理技術，如雜訊抑制與對比增強。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📚 參考文獻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Ultralytics YOLOv8 / YOLOv11 官方文件</a:t>
            </a:r>
          </a:p>
          <a:p>
            <a:r>
              <a:t>2. Bochkovskiy, A. et al. YOLOv4: Optimal Speed and Accuracy of Object Detection (2020)</a:t>
            </a:r>
          </a:p>
          <a:p>
            <a:r>
              <a:t>3. Redmon, J. et al. You Only Look Once (CVPR 2016)</a:t>
            </a:r>
          </a:p>
          <a:p>
            <a:r>
              <a:t>4. Wang, C.-Y. et al. YOLOv7: Trainable Bag-of-Freebies (arXiv 2022)</a:t>
            </a:r>
          </a:p>
          <a:p>
            <a:r>
              <a:t>5. 醫師提供之X光資料與自主VIA標註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