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YOLOv8・YOLOv11 比較実験報告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東海大学 情報工学部</a:t>
            </a:r>
          </a:p>
          <a:p>
            <a:r>
              <a:t>作成者：Zainab（2025年10月）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1️⃣ 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医師がX線画像上で付けた11点の骨格構造マークをAIで自動検出し、扁平足の判定に用いる角度を自動算出するモデルを開発する。</a:t>
            </a:r>
          </a:p>
          <a:p/>
          <a:p>
            <a:r>
              <a:t>今週は以下の比較を実施：</a:t>
            </a:r>
          </a:p>
          <a:p>
            <a:r>
              <a:t>・YOLOv8s と YOLOv11s の比較</a:t>
            </a:r>
          </a:p>
          <a:p>
            <a:r>
              <a:t>・YOLOv8s と YOLOv8l の比較（v8が医用画像により適していると判断）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2️⃣ 実験環境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・環境：東海大学SSHサーバー</a:t>
            </a:r>
          </a:p>
          <a:p>
            <a:r>
              <a:t>・GPU：NVIDIA RTX 5090（32GB）</a:t>
            </a:r>
          </a:p>
          <a:p>
            <a:r>
              <a:t>・OS：Ubuntu 22.04</a:t>
            </a:r>
          </a:p>
          <a:p>
            <a:r>
              <a:t>・フレームワーク：PyTorch + Ultralytics YOLOv8 / YOLOv11</a:t>
            </a:r>
          </a:p>
          <a:p>
            <a:r>
              <a:t>・Python：3.12（仮想環境）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3️⃣ データセット概要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・医師による11点マーク付きLAT X線画像</a:t>
            </a:r>
          </a:p>
          <a:p>
            <a:r>
              <a:t>・データセット構成：LAT 0-70_100、LAT 71-107_51、LAT 109-139_49、LAT_40</a:t>
            </a:r>
          </a:p>
          <a:p>
            <a:r>
              <a:t>・合計：240枚</a:t>
            </a:r>
          </a:p>
          <a:p>
            <a:r>
              <a:t>・VIAでマニュアルアノテーション済み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4️⃣ 実行時間比較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YOLOv8s：80epoch → 0.029h（1.7分）、170epoch → 0.095h（5.7分）</a:t>
            </a:r>
          </a:p>
          <a:p>
            <a:r>
              <a:t>YOLOv11s：80epoch → 0.034h、170epoch → 0.107h</a:t>
            </a:r>
          </a:p>
          <a:p>
            <a:r>
              <a:t>YOLOv8l：100epoch → 0.262h、200epoch → 0.878h（52.7分）</a:t>
            </a:r>
          </a:p>
          <a:p/>
          <a:p>
            <a:r>
              <a:t>⚙️ v8sとv11sは高速学習、v8lは精度重視で学習コスト大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5️⃣ YOLOv8s vs YOLOv11s の比較結果</a:t>
            </a:r>
          </a:p>
        </p:txBody>
      </p:sp>
      <p:pic>
        <p:nvPicPr>
          <p:cNvPr id="3" name="Picture 2" descr="v8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9144000" cy="2743200"/>
          </a:xfrm>
          <a:prstGeom prst="rect">
            <a:avLst/>
          </a:prstGeom>
        </p:spPr>
      </p:pic>
      <p:pic>
        <p:nvPicPr>
          <p:cNvPr id="4" name="Picture 3" descr="v11s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91440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・mAP50-95(P)：v8s=0.982、v11s=0.961</a:t>
            </a:r>
          </a:p>
          <a:p>
            <a:r>
              <a:t>・平均角度MAE：v8s=2.68°、v11s=3.96°（v8sが32%誤差小）</a:t>
            </a:r>
          </a:p>
          <a:p>
            <a:r>
              <a:t>・平均Keypoint MAE：v8s=2.0px、v11s=3.1px</a:t>
            </a:r>
          </a:p>
          <a:p>
            <a:r>
              <a:t>✅ v8sは医用画像における微細点検出で優位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6️⃣ YOLOv8s vs YOLOv8l の比較結果</a:t>
            </a:r>
          </a:p>
        </p:txBody>
      </p:sp>
      <p:pic>
        <p:nvPicPr>
          <p:cNvPr id="3" name="Picture 2" descr="v8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9144000" cy="2743200"/>
          </a:xfrm>
          <a:prstGeom prst="rect">
            <a:avLst/>
          </a:prstGeom>
        </p:spPr>
      </p:pic>
      <p:pic>
        <p:nvPicPr>
          <p:cNvPr id="4" name="Picture 3" descr="v8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91440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・mAP50-95(P)：v8s=0.982、v8l=0.993</a:t>
            </a:r>
          </a:p>
          <a:p>
            <a:r>
              <a:t>・平均角度MAE：v8s=2.68°、v8l=2.39°（v8lが約11%高精度）</a:t>
            </a:r>
          </a:p>
          <a:p>
            <a:r>
              <a:t>・学習時間：v8lはv8sの約9倍</a:t>
            </a:r>
          </a:p>
          <a:p>
            <a:r>
              <a:t>✅ v8sは高速・安定、v8lは研究向け高精度モデル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7️⃣ 考察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・YOLOv8は淡いエッジの医用X線にも対応し、ランドマーク検出に有効。</a:t>
            </a:r>
          </a:p>
          <a:p>
            <a:r>
              <a:t>・YOLOv11はTransformer軽量化により微小特徴が損失。</a:t>
            </a:r>
          </a:p>
          <a:p>
            <a:r>
              <a:t>・ROI重み付けLoss導入でNavicular付近の精度改善を検討中。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8️⃣ 今後の展望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・追加100枚のX線データで再学習予定。</a:t>
            </a:r>
          </a:p>
          <a:p>
            <a:r>
              <a:t>・YOLOv11lまたはv8/v11 Hybrid構造を検証。</a:t>
            </a:r>
          </a:p>
          <a:p>
            <a:r>
              <a:t>・ノイズ除去とコントラスト強調による前処理強化を検討。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参考文献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Ultralytics YOLOv8 / YOLOv11 Documentation</a:t>
            </a:r>
          </a:p>
          <a:p>
            <a:r>
              <a:t>2. Bochkovskiy, A. et al. YOLOv4: Optimal Speed and Accuracy of Object Detection (2020)</a:t>
            </a:r>
          </a:p>
          <a:p>
            <a:r>
              <a:t>3. Redmon, J. et al. You Only Look Once (CVPR 2016)</a:t>
            </a:r>
          </a:p>
          <a:p>
            <a:r>
              <a:t>4. Wang, C.-Y. et al. YOLOv7: Trainable Bag-of-Freebies (arXiv 2022)</a:t>
            </a:r>
          </a:p>
          <a:p>
            <a:r>
              <a:t>5. 医師提供X線データおよび独自VIAアノテーション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